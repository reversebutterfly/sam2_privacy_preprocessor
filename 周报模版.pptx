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93" r:id="rId2"/>
    <p:sldId id="294" r:id="rId3"/>
    <p:sldId id="295" r:id="rId4"/>
    <p:sldId id="296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50" d="100"/>
          <a:sy n="150" d="100"/>
        </p:scale>
        <p:origin x="654" y="126"/>
      </p:cViewPr>
      <p:guideLst>
        <p:guide orient="horz" pos="217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D4FAAE-4A36-4C4A-A9A6-AF73465AA7BA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C3E902-874D-44D1-90B3-7ED84F5E81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C19DA5-A733-47BA-A021-827D0C74C4A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C19DA5-A733-47BA-A021-827D0C74C4A6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C19DA5-A733-47BA-A021-827D0C74C4A6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C19DA5-A733-47BA-A021-827D0C74C4A6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C677-F04C-4DA1-ACD4-908A51AAFCED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3180-DE3C-4B7B-A877-F392A238D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C677-F04C-4DA1-ACD4-908A51AAFCED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3180-DE3C-4B7B-A877-F392A238D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C677-F04C-4DA1-ACD4-908A51AAFCED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3180-DE3C-4B7B-A877-F392A238D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C677-F04C-4DA1-ACD4-908A51AAFCED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3180-DE3C-4B7B-A877-F392A238D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C677-F04C-4DA1-ACD4-908A51AAFCED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3180-DE3C-4B7B-A877-F392A238D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C677-F04C-4DA1-ACD4-908A51AAFCED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3180-DE3C-4B7B-A877-F392A238D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C677-F04C-4DA1-ACD4-908A51AAFCED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3180-DE3C-4B7B-A877-F392A238D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C677-F04C-4DA1-ACD4-908A51AAFCED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3180-DE3C-4B7B-A877-F392A238D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C677-F04C-4DA1-ACD4-908A51AAFCED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3180-DE3C-4B7B-A877-F392A238D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C677-F04C-4DA1-ACD4-908A51AAFCED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3180-DE3C-4B7B-A877-F392A238D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C677-F04C-4DA1-ACD4-908A51AAFCED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3180-DE3C-4B7B-A877-F392A238D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99C677-F04C-4DA1-ACD4-908A51AAFCED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F83180-DE3C-4B7B-A877-F392A238D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25274" y="3272571"/>
            <a:ext cx="868680" cy="36830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师广泽</a:t>
            </a:r>
          </a:p>
        </p:txBody>
      </p:sp>
      <p:sp>
        <p:nvSpPr>
          <p:cNvPr id="16" name="圆角矩形 4"/>
          <p:cNvSpPr/>
          <p:nvPr>
            <p:custDataLst>
              <p:tags r:id="rId1"/>
            </p:custDataLst>
          </p:nvPr>
        </p:nvSpPr>
        <p:spPr>
          <a:xfrm>
            <a:off x="1108710" y="174625"/>
            <a:ext cx="7221855" cy="1689735"/>
          </a:xfrm>
          <a:prstGeom prst="roundRect">
            <a:avLst>
              <a:gd name="adj" fmla="val 9393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角矩形 7"/>
          <p:cNvSpPr/>
          <p:nvPr/>
        </p:nvSpPr>
        <p:spPr>
          <a:xfrm>
            <a:off x="1107982" y="1935666"/>
            <a:ext cx="7222584" cy="3486175"/>
          </a:xfrm>
          <a:prstGeom prst="roundRect">
            <a:avLst>
              <a:gd name="adj" fmla="val 9393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圆角矩形 8"/>
          <p:cNvSpPr/>
          <p:nvPr/>
        </p:nvSpPr>
        <p:spPr>
          <a:xfrm>
            <a:off x="1109345" y="5486400"/>
            <a:ext cx="7220585" cy="1288415"/>
          </a:xfrm>
          <a:prstGeom prst="roundRect">
            <a:avLst>
              <a:gd name="adj" fmla="val 9393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9"/>
          <p:cNvSpPr txBox="1"/>
          <p:nvPr>
            <p:custDataLst>
              <p:tags r:id="rId2"/>
            </p:custDataLst>
          </p:nvPr>
        </p:nvSpPr>
        <p:spPr>
          <a:xfrm>
            <a:off x="1433374" y="256509"/>
            <a:ext cx="1107996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上周计划</a:t>
            </a:r>
          </a:p>
        </p:txBody>
      </p:sp>
      <p:sp>
        <p:nvSpPr>
          <p:cNvPr id="20" name="文本框 10"/>
          <p:cNvSpPr txBox="1"/>
          <p:nvPr>
            <p:custDataLst>
              <p:tags r:id="rId3"/>
            </p:custDataLst>
          </p:nvPr>
        </p:nvSpPr>
        <p:spPr>
          <a:xfrm>
            <a:off x="1432559" y="1995871"/>
            <a:ext cx="1107996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本周完成</a:t>
            </a:r>
          </a:p>
        </p:txBody>
      </p:sp>
      <p:sp>
        <p:nvSpPr>
          <p:cNvPr id="21" name="文本框 11"/>
          <p:cNvSpPr txBox="1"/>
          <p:nvPr/>
        </p:nvSpPr>
        <p:spPr>
          <a:xfrm>
            <a:off x="1432559" y="5562784"/>
            <a:ext cx="1107996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下周计划</a:t>
            </a:r>
          </a:p>
        </p:txBody>
      </p:sp>
      <p:sp>
        <p:nvSpPr>
          <p:cNvPr id="22" name="圆角矩形 14"/>
          <p:cNvSpPr/>
          <p:nvPr/>
        </p:nvSpPr>
        <p:spPr>
          <a:xfrm>
            <a:off x="8593030" y="174472"/>
            <a:ext cx="3473696" cy="6565530"/>
          </a:xfrm>
          <a:prstGeom prst="roundRect">
            <a:avLst>
              <a:gd name="adj" fmla="val 9393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25274" y="3272571"/>
            <a:ext cx="868680" cy="36830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师广泽</a:t>
            </a:r>
          </a:p>
        </p:txBody>
      </p:sp>
      <p:sp>
        <p:nvSpPr>
          <p:cNvPr id="16" name="圆角矩形 4"/>
          <p:cNvSpPr/>
          <p:nvPr>
            <p:custDataLst>
              <p:tags r:id="rId1"/>
            </p:custDataLst>
          </p:nvPr>
        </p:nvSpPr>
        <p:spPr>
          <a:xfrm>
            <a:off x="1108710" y="174625"/>
            <a:ext cx="7221855" cy="1689735"/>
          </a:xfrm>
          <a:prstGeom prst="roundRect">
            <a:avLst>
              <a:gd name="adj" fmla="val 9393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角矩形 7"/>
          <p:cNvSpPr/>
          <p:nvPr/>
        </p:nvSpPr>
        <p:spPr>
          <a:xfrm>
            <a:off x="1107982" y="1935666"/>
            <a:ext cx="7222584" cy="3486175"/>
          </a:xfrm>
          <a:prstGeom prst="roundRect">
            <a:avLst>
              <a:gd name="adj" fmla="val 9393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圆角矩形 8"/>
          <p:cNvSpPr/>
          <p:nvPr/>
        </p:nvSpPr>
        <p:spPr>
          <a:xfrm>
            <a:off x="1109345" y="5486400"/>
            <a:ext cx="7220585" cy="1288415"/>
          </a:xfrm>
          <a:prstGeom prst="roundRect">
            <a:avLst>
              <a:gd name="adj" fmla="val 9393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9"/>
          <p:cNvSpPr txBox="1"/>
          <p:nvPr>
            <p:custDataLst>
              <p:tags r:id="rId2"/>
            </p:custDataLst>
          </p:nvPr>
        </p:nvSpPr>
        <p:spPr>
          <a:xfrm>
            <a:off x="1433374" y="256509"/>
            <a:ext cx="1107996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上周计划</a:t>
            </a:r>
          </a:p>
        </p:txBody>
      </p:sp>
      <p:sp>
        <p:nvSpPr>
          <p:cNvPr id="20" name="文本框 10"/>
          <p:cNvSpPr txBox="1"/>
          <p:nvPr>
            <p:custDataLst>
              <p:tags r:id="rId3"/>
            </p:custDataLst>
          </p:nvPr>
        </p:nvSpPr>
        <p:spPr>
          <a:xfrm>
            <a:off x="1432559" y="1995871"/>
            <a:ext cx="1107996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本周完成</a:t>
            </a:r>
          </a:p>
        </p:txBody>
      </p:sp>
      <p:sp>
        <p:nvSpPr>
          <p:cNvPr id="21" name="文本框 11"/>
          <p:cNvSpPr txBox="1"/>
          <p:nvPr/>
        </p:nvSpPr>
        <p:spPr>
          <a:xfrm>
            <a:off x="1432559" y="5562784"/>
            <a:ext cx="1107996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下周计划</a:t>
            </a:r>
          </a:p>
        </p:txBody>
      </p:sp>
      <p:sp>
        <p:nvSpPr>
          <p:cNvPr id="22" name="圆角矩形 14"/>
          <p:cNvSpPr/>
          <p:nvPr/>
        </p:nvSpPr>
        <p:spPr>
          <a:xfrm>
            <a:off x="8593030" y="174472"/>
            <a:ext cx="3473696" cy="6565530"/>
          </a:xfrm>
          <a:prstGeom prst="roundRect">
            <a:avLst>
              <a:gd name="adj" fmla="val 9393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25274" y="3272571"/>
            <a:ext cx="868680" cy="36830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师广泽</a:t>
            </a:r>
          </a:p>
        </p:txBody>
      </p:sp>
      <p:sp>
        <p:nvSpPr>
          <p:cNvPr id="16" name="圆角矩形 4"/>
          <p:cNvSpPr/>
          <p:nvPr>
            <p:custDataLst>
              <p:tags r:id="rId1"/>
            </p:custDataLst>
          </p:nvPr>
        </p:nvSpPr>
        <p:spPr>
          <a:xfrm>
            <a:off x="1108710" y="174625"/>
            <a:ext cx="7221855" cy="1689735"/>
          </a:xfrm>
          <a:prstGeom prst="roundRect">
            <a:avLst>
              <a:gd name="adj" fmla="val 9393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角矩形 7"/>
          <p:cNvSpPr/>
          <p:nvPr/>
        </p:nvSpPr>
        <p:spPr>
          <a:xfrm>
            <a:off x="1107982" y="1935666"/>
            <a:ext cx="7222584" cy="3486175"/>
          </a:xfrm>
          <a:prstGeom prst="roundRect">
            <a:avLst>
              <a:gd name="adj" fmla="val 9393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圆角矩形 8"/>
          <p:cNvSpPr/>
          <p:nvPr/>
        </p:nvSpPr>
        <p:spPr>
          <a:xfrm>
            <a:off x="1109345" y="5486400"/>
            <a:ext cx="7220585" cy="1288415"/>
          </a:xfrm>
          <a:prstGeom prst="roundRect">
            <a:avLst>
              <a:gd name="adj" fmla="val 9393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9"/>
          <p:cNvSpPr txBox="1"/>
          <p:nvPr>
            <p:custDataLst>
              <p:tags r:id="rId2"/>
            </p:custDataLst>
          </p:nvPr>
        </p:nvSpPr>
        <p:spPr>
          <a:xfrm>
            <a:off x="1433374" y="256509"/>
            <a:ext cx="1107996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上周计划</a:t>
            </a:r>
          </a:p>
        </p:txBody>
      </p:sp>
      <p:sp>
        <p:nvSpPr>
          <p:cNvPr id="20" name="文本框 10"/>
          <p:cNvSpPr txBox="1"/>
          <p:nvPr>
            <p:custDataLst>
              <p:tags r:id="rId3"/>
            </p:custDataLst>
          </p:nvPr>
        </p:nvSpPr>
        <p:spPr>
          <a:xfrm>
            <a:off x="1432559" y="1995871"/>
            <a:ext cx="1107996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本周完成</a:t>
            </a:r>
          </a:p>
        </p:txBody>
      </p:sp>
      <p:sp>
        <p:nvSpPr>
          <p:cNvPr id="21" name="文本框 11"/>
          <p:cNvSpPr txBox="1"/>
          <p:nvPr/>
        </p:nvSpPr>
        <p:spPr>
          <a:xfrm>
            <a:off x="1432559" y="5562784"/>
            <a:ext cx="1107996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下周计划</a:t>
            </a:r>
          </a:p>
        </p:txBody>
      </p:sp>
      <p:sp>
        <p:nvSpPr>
          <p:cNvPr id="22" name="圆角矩形 14"/>
          <p:cNvSpPr/>
          <p:nvPr/>
        </p:nvSpPr>
        <p:spPr>
          <a:xfrm>
            <a:off x="8593030" y="174472"/>
            <a:ext cx="3473696" cy="6565530"/>
          </a:xfrm>
          <a:prstGeom prst="roundRect">
            <a:avLst>
              <a:gd name="adj" fmla="val 9393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25274" y="3272571"/>
            <a:ext cx="868680" cy="36830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师广泽</a:t>
            </a:r>
          </a:p>
        </p:txBody>
      </p:sp>
      <p:sp>
        <p:nvSpPr>
          <p:cNvPr id="16" name="圆角矩形 4"/>
          <p:cNvSpPr/>
          <p:nvPr>
            <p:custDataLst>
              <p:tags r:id="rId1"/>
            </p:custDataLst>
          </p:nvPr>
        </p:nvSpPr>
        <p:spPr>
          <a:xfrm>
            <a:off x="1108710" y="174625"/>
            <a:ext cx="7221855" cy="1689735"/>
          </a:xfrm>
          <a:prstGeom prst="roundRect">
            <a:avLst>
              <a:gd name="adj" fmla="val 9393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角矩形 7"/>
          <p:cNvSpPr/>
          <p:nvPr/>
        </p:nvSpPr>
        <p:spPr>
          <a:xfrm>
            <a:off x="1107982" y="1935666"/>
            <a:ext cx="7222584" cy="3486175"/>
          </a:xfrm>
          <a:prstGeom prst="roundRect">
            <a:avLst>
              <a:gd name="adj" fmla="val 9393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圆角矩形 8"/>
          <p:cNvSpPr/>
          <p:nvPr/>
        </p:nvSpPr>
        <p:spPr>
          <a:xfrm>
            <a:off x="1109345" y="5486400"/>
            <a:ext cx="7220585" cy="1288415"/>
          </a:xfrm>
          <a:prstGeom prst="roundRect">
            <a:avLst>
              <a:gd name="adj" fmla="val 9393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9"/>
          <p:cNvSpPr txBox="1"/>
          <p:nvPr>
            <p:custDataLst>
              <p:tags r:id="rId2"/>
            </p:custDataLst>
          </p:nvPr>
        </p:nvSpPr>
        <p:spPr>
          <a:xfrm>
            <a:off x="1433374" y="256509"/>
            <a:ext cx="1107996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上周计划</a:t>
            </a:r>
          </a:p>
        </p:txBody>
      </p:sp>
      <p:sp>
        <p:nvSpPr>
          <p:cNvPr id="20" name="文本框 10"/>
          <p:cNvSpPr txBox="1"/>
          <p:nvPr>
            <p:custDataLst>
              <p:tags r:id="rId3"/>
            </p:custDataLst>
          </p:nvPr>
        </p:nvSpPr>
        <p:spPr>
          <a:xfrm>
            <a:off x="1432559" y="1995871"/>
            <a:ext cx="1107996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本周完成</a:t>
            </a:r>
          </a:p>
        </p:txBody>
      </p:sp>
      <p:sp>
        <p:nvSpPr>
          <p:cNvPr id="21" name="文本框 11"/>
          <p:cNvSpPr txBox="1"/>
          <p:nvPr/>
        </p:nvSpPr>
        <p:spPr>
          <a:xfrm>
            <a:off x="1432559" y="5562784"/>
            <a:ext cx="1107996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下周计划</a:t>
            </a:r>
          </a:p>
        </p:txBody>
      </p:sp>
      <p:sp>
        <p:nvSpPr>
          <p:cNvPr id="22" name="圆角矩形 14"/>
          <p:cNvSpPr/>
          <p:nvPr/>
        </p:nvSpPr>
        <p:spPr>
          <a:xfrm>
            <a:off x="8593030" y="174472"/>
            <a:ext cx="3473696" cy="6565530"/>
          </a:xfrm>
          <a:prstGeom prst="roundRect">
            <a:avLst>
              <a:gd name="adj" fmla="val 9393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29086614173224,&quot;left&quot;:87.28732283464566,&quot;top&quot;:13.73787401574803,&quot;width&quot;:568.6627559055117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29086614173224,&quot;left&quot;:87.28732283464566,&quot;top&quot;:13.73787401574803,&quot;width&quot;:568.662755905511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29086614173224,&quot;left&quot;:87.28732283464566,&quot;top&quot;:13.73787401574803,&quot;width&quot;:568.6627559055117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29086614173224,&quot;left&quot;:87.28732283464566,&quot;top&quot;:13.73787401574803,&quot;width&quot;:568.6627559055117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29086614173224,&quot;left&quot;:87.28732283464566,&quot;top&quot;:13.73787401574803,&quot;width&quot;:568.6627559055117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29086614173224,&quot;left&quot;:87.28732283464566,&quot;top&quot;:13.73787401574803,&quot;width&quot;:568.6627559055117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29086614173224,&quot;left&quot;:87.28732283464566,&quot;top&quot;:13.73787401574803,&quot;width&quot;:568.6627559055117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29086614173224,&quot;left&quot;:87.28732283464566,&quot;top&quot;:13.73787401574803,&quot;width&quot;:568.6627559055117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29086614173224,&quot;left&quot;:87.28732283464566,&quot;top&quot;:13.73787401574803,&quot;width&quot;:568.6627559055117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29086614173224,&quot;left&quot;:87.28732283464566,&quot;top&quot;:13.73787401574803,&quot;width&quot;:568.6627559055117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29086614173224,&quot;left&quot;:87.28732283464566,&quot;top&quot;:13.73787401574803,&quot;width&quot;:568.6627559055117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29086614173224,&quot;left&quot;:87.28732283464566,&quot;top&quot;:13.73787401574803,&quot;width&quot;:568.6627559055117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Microsoft Office PowerPoint</Application>
  <PresentationFormat>宽屏</PresentationFormat>
  <Paragraphs>20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攀 樊</dc:creator>
  <cp:lastModifiedBy>昭庭 吕</cp:lastModifiedBy>
  <cp:revision>49</cp:revision>
  <dcterms:created xsi:type="dcterms:W3CDTF">2025-01-13T09:58:00Z</dcterms:created>
  <dcterms:modified xsi:type="dcterms:W3CDTF">2026-03-23T09:16:05Z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2A52CEAA72014615889E3C7AD85B1C2B_12</vt:lpwstr>
  </property>
  <property fmtid="{D5CDD505-2E9C-101B-9397-08002B2CF9AE}" pid="3" name="KSOProductBuildVer">
    <vt:lpwstr>2052-12.1.0.25225</vt:lpwstr>
  </property>
</Properties>
</file>